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74151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Svg1" Type="http://schemas.openxmlformats.org/officeDocument/2006/relationships/image" Target="../media/image_svg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_render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Svg1"/>
              </a:ext>
            </a:extLst>
          </a:blip>
          <a:stretch>
            <a:fillRect/>
          </a:stretch>
        </p:blipFill>
        <p:spPr>
          <a:xfrm>
            <a:off x="0" y="0"/>
            <a:ext cx="12191695" cy="57415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